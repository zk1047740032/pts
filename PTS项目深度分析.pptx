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行数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AF2FB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path_a 种子源</c:v>
                  </c:pt>
                  <c:pt idx="1">
                    <c:v>main_platform</c:v>
                  </c:pt>
                  <c:pt idx="2">
                    <c:v>drivers 波长计</c:v>
                  </c:pt>
                  <c:pt idx="3">
                    <c:v>core 基类</c:v>
                  </c:pt>
                  <c:pt idx="4">
                    <c:v>web 雏形</c:v>
                  </c:pt>
                  <c:pt idx="5">
                    <c:v>utils 组件</c:v>
                  </c:pt>
                  <c:pt idx="6">
                    <c:v>path_b+report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6241</c:v>
                </c:pt>
                <c:pt idx="1">
                  <c:v>1325</c:v>
                </c:pt>
                <c:pt idx="2">
                  <c:v>1443</c:v>
                </c:pt>
                <c:pt idx="3">
                  <c:v>1378</c:v>
                </c:pt>
                <c:pt idx="4">
                  <c:v>1400</c:v>
                </c:pt>
                <c:pt idx="5">
                  <c:v>900</c:v>
                </c:pt>
                <c:pt idx="6">
                  <c:v>740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AF2FB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6C4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94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526"/>
        </a:solidFill>
        <a:ln>
          <a:noFill/>
        </a:ln>
        <a:effectLst/>
      </c:spPr>
    </c:plotArea>
    <c:plotVisOnly val="1"/>
    <c:dispBlanksAs val="span"/>
  </c:chart>
  <c:spPr>
    <a:solidFill>
      <a:srgbClr val="0B15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487168"/>
            <a:ext cx="7863840" cy="10973"/>
          </a:xfrm>
          <a:prstGeom prst="rect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2528316"/>
            <a:ext cx="7863840" cy="10973"/>
          </a:xfrm>
          <a:prstGeom prst="rect">
            <a:avLst/>
          </a:prstGeom>
          <a:solidFill>
            <a:srgbClr val="2DD4BF">
              <a:alpha val="3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2569464"/>
            <a:ext cx="7863840" cy="10973"/>
          </a:xfrm>
          <a:prstGeom prst="rect">
            <a:avLst/>
          </a:prstGeom>
          <a:solidFill>
            <a:srgbClr val="2DD4BF">
              <a:alpha val="2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2610612"/>
            <a:ext cx="7863840" cy="10973"/>
          </a:xfrm>
          <a:prstGeom prst="rect">
            <a:avLst/>
          </a:prstGeom>
          <a:solidFill>
            <a:srgbClr val="2DD4BF">
              <a:alpha val="2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457200" y="2651760"/>
            <a:ext cx="7863840" cy="10973"/>
          </a:xfrm>
          <a:prstGeom prst="rect">
            <a:avLst/>
          </a:prstGeom>
          <a:solidFill>
            <a:srgbClr val="2DD4BF">
              <a:alpha val="1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99248" y="2377440"/>
            <a:ext cx="292608" cy="292608"/>
          </a:xfrm>
          <a:prstGeom prst="ellipse">
            <a:avLst/>
          </a:prstGeom>
          <a:solidFill>
            <a:srgbClr val="F5B041"/>
          </a:solidFill>
          <a:ln w="19050">
            <a:solidFill>
              <a:srgbClr val="F5B041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24928" y="2103120"/>
            <a:ext cx="841248" cy="841248"/>
          </a:xfrm>
          <a:prstGeom prst="ellipse">
            <a:avLst/>
          </a:prstGeom>
          <a:solidFill>
            <a:srgbClr val="F5B041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658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PRECITEST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PTS 激光自动测试平台</a:t>
            </a:r>
            <a:endParaRPr lang="en-US" sz="43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项目深度分析报告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/ Tkinter · 多进程架构 · SCPI 仪器控制 · 自动化报告生成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v5.3.6</a:t>
            </a:r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16,496 行代码   ·   64 个源文件   ·   8 大测试模块   ·   92 次提交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0" y="4617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 · 它是什么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18872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PTS（PreciTest System）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是一套面向激光器测试的桌面级自动测试平台：以一台主控 GUI 调度光开关切换光路，驱动频谱仪、信号源、示波器、波长计、功率计等 8 类仪器，完成种子源激光的 RIN、线宽、时域、信噪比、单频、功率、PZT 调制与相噪共 8 项测试，并自动汇总生成 Word 报告。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395728"/>
            <a:ext cx="1901952" cy="1965960"/>
          </a:xfrm>
          <a:prstGeom prst="roundRect">
            <a:avLst>
              <a:gd name="adj" fmla="val 3846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26334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3127248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16.5k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502920" y="38221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自有代码行数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587752" y="2395728"/>
            <a:ext cx="1901952" cy="1965960"/>
          </a:xfrm>
          <a:prstGeom prst="roundRect">
            <a:avLst>
              <a:gd name="adj" fmla="val 3846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63347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87752" y="3127248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2587752" y="38221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源文件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672584" y="2395728"/>
            <a:ext cx="1901952" cy="1965960"/>
          </a:xfrm>
          <a:prstGeom prst="roundRect">
            <a:avLst>
              <a:gd name="adj" fmla="val 3846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6334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72584" y="3127248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8+2</a:t>
            </a:r>
            <a:endParaRPr lang="en-US" sz="4000" dirty="0"/>
          </a:p>
        </p:txBody>
      </p:sp>
      <p:sp>
        <p:nvSpPr>
          <p:cNvPr id="19" name="Text 13"/>
          <p:cNvSpPr/>
          <p:nvPr/>
        </p:nvSpPr>
        <p:spPr>
          <a:xfrm>
            <a:off x="4672584" y="38221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测试模块 / 一键变体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757416" y="2395728"/>
            <a:ext cx="1901952" cy="1965960"/>
          </a:xfrm>
          <a:prstGeom prst="roundRect">
            <a:avLst>
              <a:gd name="adj" fmla="val 3846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63347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57416" y="3127248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4000" dirty="0"/>
          </a:p>
        </p:txBody>
      </p:sp>
      <p:sp>
        <p:nvSpPr>
          <p:cNvPr id="23" name="Text 16"/>
          <p:cNvSpPr/>
          <p:nvPr/>
        </p:nvSpPr>
        <p:spPr>
          <a:xfrm>
            <a:off x="6757416" y="382219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提交次数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 · 三层解耦 + 多进程隔离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207008"/>
            <a:ext cx="4663440" cy="804672"/>
          </a:xfrm>
          <a:prstGeom prst="roundRect">
            <a:avLst>
              <a:gd name="adj" fmla="val 7955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538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298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界面层  </a:t>
            </a:r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BaseTestGUI · 8 个模块 GUI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16276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嵌套窗口 / 线程安全日志 / 可中断测试线程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2139696"/>
            <a:ext cx="4663440" cy="804672"/>
          </a:xfrm>
          <a:prstGeom prst="roundRect">
            <a:avLst>
              <a:gd name="adj" fmla="val 7955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8658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231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流程层  </a:t>
            </a:r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BaseTestRunner · 模板方法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256032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清目录→连接→配置→循环测量→收尾→关资源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3072384"/>
            <a:ext cx="4663440" cy="804672"/>
          </a:xfrm>
          <a:prstGeom prst="roundRect">
            <a:avLst>
              <a:gd name="adj" fmla="val 7955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31927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163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仪器层  </a:t>
            </a:r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VisaInstrument · VISA 基类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88720" y="34930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*IDN? 校验 / @py 后端优先回退 / SCPI 读写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02920" y="4096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core/（v5.3.0 重构产物，1,378 行）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0" y="1207008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101E35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41732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44768" y="1399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多进程架构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742432" y="18745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主平台 IntegratedPlatform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每个测试模块 = 独立子进程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msg_queue 子→主 报告状态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cmd_queue 主→子 下发 START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MODULE_REGISTRY 注册表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F5B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单模块崩溃不拖垮平台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测试模块矩阵 · 光路 A / B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207008"/>
            <a:ext cx="1901952" cy="1627632"/>
          </a:xfrm>
          <a:prstGeom prst="roundRect">
            <a:avLst>
              <a:gd name="adj" fmla="val 4494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" y="1353312"/>
            <a:ext cx="457200" cy="457200"/>
          </a:xfrm>
          <a:prstGeom prst="ellipse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46304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RIN 相对强度噪声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" y="219456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频谱仪 6 频段扫测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 / 放大常数修正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587752" y="1207008"/>
            <a:ext cx="1901952" cy="1627632"/>
          </a:xfrm>
          <a:prstGeom prst="roundRect">
            <a:avLst>
              <a:gd name="adj" fmla="val 4494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34056" y="1353312"/>
            <a:ext cx="457200" cy="457200"/>
          </a:xfrm>
          <a:prstGeom prst="ellipse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146304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34056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线宽测量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734056" y="219456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延时自外差法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洛伦兹拟合求线宽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672584" y="1207008"/>
            <a:ext cx="1901952" cy="1627632"/>
          </a:xfrm>
          <a:prstGeom prst="roundRect">
            <a:avLst>
              <a:gd name="adj" fmla="val 4494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18888" y="1353312"/>
            <a:ext cx="457200" cy="457200"/>
          </a:xfrm>
          <a:prstGeom prst="ellipse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46304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18888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时域测试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18888" y="219456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示波器测峰峰值 / 直流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计算调制深度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757416" y="1207008"/>
            <a:ext cx="1901952" cy="1627632"/>
          </a:xfrm>
          <a:prstGeom prst="roundRect">
            <a:avLst>
              <a:gd name="adj" fmla="val 4494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903720" y="1353312"/>
            <a:ext cx="457200" cy="457200"/>
          </a:xfrm>
          <a:prstGeom prst="ellipse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1463040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03720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光谱信噪比 SNR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903720" y="219456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OSA 扫谱测 SNR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截图前重设 RefLevel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02920" y="2990088"/>
            <a:ext cx="1901952" cy="1627632"/>
          </a:xfrm>
          <a:prstGeom prst="roundRect">
            <a:avLst>
              <a:gd name="adj" fmla="val 4494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49224" y="3136392"/>
            <a:ext cx="457200" cy="457200"/>
          </a:xfrm>
          <a:prstGeom prst="ellipse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9224" y="3666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单频测试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49224" y="3977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DFB 温度 + 电流双扫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边模抑制比判定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2587752" y="2990088"/>
            <a:ext cx="1901952" cy="1627632"/>
          </a:xfrm>
          <a:prstGeom prst="roundRect">
            <a:avLst>
              <a:gd name="adj" fmla="val 4494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2734056" y="3136392"/>
            <a:ext cx="457200" cy="457200"/>
          </a:xfrm>
          <a:prstGeom prst="ellipse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3784" y="3246120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734056" y="3666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PZT 调制 / 波长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2734056" y="3977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波长计 DLL 测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种子中心波长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4672584" y="2990088"/>
            <a:ext cx="1901952" cy="1627632"/>
          </a:xfrm>
          <a:prstGeom prst="roundRect">
            <a:avLst>
              <a:gd name="adj" fmla="val 4494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4818888" y="3136392"/>
            <a:ext cx="457200" cy="457200"/>
          </a:xfrm>
          <a:prstGeom prst="ellipse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616" y="3246120"/>
            <a:ext cx="237744" cy="23774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818888" y="3666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相位噪声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4818888" y="3977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pywinauto 驱动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第三方上位机程序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6757416" y="2990088"/>
            <a:ext cx="1901952" cy="1627632"/>
          </a:xfrm>
          <a:prstGeom prst="roundRect">
            <a:avLst>
              <a:gd name="adj" fmla="val 4494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6903720" y="3136392"/>
            <a:ext cx="457200" cy="457200"/>
          </a:xfrm>
          <a:prstGeom prst="ellipse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2DD4BF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3448" y="3246120"/>
            <a:ext cx="237744" cy="23774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903720" y="3666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功率测试（光路B）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6903720" y="397764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 功率计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输出功率与稳定性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一键测试 · 编排流程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28016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2648" y="1828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选择模块组合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" y="215798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卡片勾选测试项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193852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203704" y="128016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313432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13432" y="1828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光开关分组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313432" y="215798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按通道归并，串行调度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1938528"/>
            <a:ext cx="146304" cy="14630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904488" y="128016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014216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4014216" y="1828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切通道→START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014216" y="215798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切光开关后向子进程下发命令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938528"/>
            <a:ext cx="146304" cy="1463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605272" y="128016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15000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5715000" y="1828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等待完成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715000" y="215798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轮询 msg_queue 状态消息</a:t>
            </a:r>
            <a:endParaRPr lang="en-US" sz="9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1938528"/>
            <a:ext cx="146304" cy="14630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306056" y="128016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415784" y="13898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7415784" y="1828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汇总报告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415784" y="215798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docxtpl 生成 Word 报告</a:t>
            </a:r>
            <a:endParaRPr lang="en-US" sz="9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2783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86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共用仪器串行化　</a:t>
            </a:r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 3 的种子光测试在 RIN 结束后串行执行——两者共用同一台频谱仪 FSV3004</a:t>
            </a:r>
            <a:endParaRPr lang="en-US" sz="12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94760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68680" y="37673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数据跨模块复用　</a:t>
            </a:r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信噪比程序的中心波长不再手填，自动使用 PZT 调制程序读到的种子波长值</a:t>
            </a:r>
            <a:endParaRPr lang="en-US" sz="12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361688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68680" y="43342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底噪自动测量　</a:t>
            </a:r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 4 无光时自动执行底噪测量，纳入一键流程（v5.3.5）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仪器互联 · 四类自动化接口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298448"/>
            <a:ext cx="512064" cy="51206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42646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225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pyvisa · SCPI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80160" y="15544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频谱仪 FSV3004 ×2、信号源 ×2、示波器、OSA、USB 光开关、USB 功率计；@py 纯 Python 后端优先，免装 NI-VISA，失败自动回退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1280160" y="2048256"/>
            <a:ext cx="7223760" cy="0"/>
          </a:xfrm>
          <a:prstGeom prst="line">
            <a:avLst/>
          </a:prstGeom>
          <a:noFill/>
          <a:ln w="6350">
            <a:solidFill>
              <a:srgbClr val="1E3354"/>
            </a:solidFill>
            <a:prstDash val="dot"/>
          </a:ln>
        </p:spPr>
      </p:sp>
      <p:sp>
        <p:nvSpPr>
          <p:cNvPr id="12" name="Shape 8"/>
          <p:cNvSpPr/>
          <p:nvPr/>
        </p:nvSpPr>
        <p:spPr>
          <a:xfrm>
            <a:off x="548640" y="2194560"/>
            <a:ext cx="512064" cy="51206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32257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121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pyserial · RS-485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24505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DFB 种子激光器：115200 波特率自定义帧协议（帧头 0x50 0x00 / 帧尾 0x0D 0x0A），驱动电流与温度控制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280160" y="2944368"/>
            <a:ext cx="7223760" cy="0"/>
          </a:xfrm>
          <a:prstGeom prst="line">
            <a:avLst/>
          </a:prstGeom>
          <a:noFill/>
          <a:ln w="6350">
            <a:solidFill>
              <a:srgbClr val="1E3354"/>
            </a:solidFill>
            <a:prstDash val="dot"/>
          </a:ln>
        </p:spPr>
      </p:sp>
      <p:sp>
        <p:nvSpPr>
          <p:cNvPr id="17" name="Shape 12"/>
          <p:cNvSpPr/>
          <p:nvPr/>
        </p:nvSpPr>
        <p:spPr>
          <a:xfrm>
            <a:off x="548640" y="3090672"/>
            <a:ext cx="512064" cy="51206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21868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ctypes · DLL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280160" y="334670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HighFinesse 波长计 wlmData.dll 完整 Python 封装（drivers/ 1,443 行），实时读取种子中心波长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1280160" y="3840480"/>
            <a:ext cx="7223760" cy="0"/>
          </a:xfrm>
          <a:prstGeom prst="line">
            <a:avLst/>
          </a:prstGeom>
          <a:noFill/>
          <a:ln w="6350">
            <a:solidFill>
              <a:srgbClr val="1E3354"/>
            </a:solidFill>
            <a:prstDash val="dot"/>
          </a:ln>
        </p:spPr>
      </p:sp>
      <p:sp>
        <p:nvSpPr>
          <p:cNvPr id="22" name="Shape 16"/>
          <p:cNvSpPr/>
          <p:nvPr/>
        </p:nvSpPr>
        <p:spPr>
          <a:xfrm>
            <a:off x="548640" y="3986784"/>
            <a:ext cx="512064" cy="51206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114800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80160" y="3913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pywinauto · GUI 自动化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280160" y="424281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跨进程点击第三方相噪上位机（Java AWT 窗口）按钮，按波长自动选择 1μm / 1.5μm 测量程序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数据链路 · 从测量到报告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1732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62763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2048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仪器测量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76072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各模块输出 CSV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 / 数值 / 截图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2231136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203704" y="141732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627632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03704" y="2048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结果落盘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2276856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Rin/ WaveLength/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SpectrumSNR/ … 目录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2231136"/>
            <a:ext cx="146304" cy="14630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904488" y="141732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1627632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904488" y="2048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数据汇集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397764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data_collector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assemble_report_data()</a:t>
            </a:r>
            <a:endParaRPr lang="en-US" sz="9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2231136"/>
            <a:ext cx="146304" cy="146304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605272" y="141732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1627632"/>
            <a:ext cx="329184" cy="32918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605272" y="2048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模板渲染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5678424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docxtpl 渲染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template_default.docx</a:t>
            </a:r>
            <a:endParaRPr lang="en-US" sz="9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1464" y="2231136"/>
            <a:ext cx="146304" cy="146304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7306056" y="1417320"/>
            <a:ext cx="1517904" cy="1828800"/>
          </a:xfrm>
          <a:prstGeom prst="roundRect">
            <a:avLst>
              <a:gd name="adj" fmla="val 4819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9560" y="1627632"/>
            <a:ext cx="329184" cy="32918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306056" y="20482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报告</a:t>
            </a:r>
            <a:endParaRPr lang="en-US" sz="1300" dirty="0"/>
          </a:p>
        </p:txBody>
      </p:sp>
      <p:sp>
        <p:nvSpPr>
          <p:cNvPr id="30" name="Text 18"/>
          <p:cNvSpPr/>
          <p:nvPr/>
        </p:nvSpPr>
        <p:spPr>
          <a:xfrm>
            <a:off x="7379208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输出至 C:\PTS\report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InlineImage 图表</a:t>
            </a:r>
            <a:endParaRPr lang="en-US" sz="950" dirty="0"/>
          </a:p>
        </p:txBody>
      </p:sp>
      <p:sp>
        <p:nvSpPr>
          <p:cNvPr id="31" name="Text 19"/>
          <p:cNvSpPr/>
          <p:nvPr/>
        </p:nvSpPr>
        <p:spPr>
          <a:xfrm>
            <a:off x="502920" y="36576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5B0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另有储备：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SQLite 结果库（data/pts_test_results.db）与 web 化雏形（FastAPI + WebSocket + 仪器 Agent + 前端，~1,400 行），为平台从单机走向网络化铺路。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代码规模 · 模块分布（行数）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502920" y="114300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38%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400800" y="1783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path_a 占比——7 个测试模块与波长计封装是系统主体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→ 1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400800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v5.3.0 将 8 个模块共性下沉 core/，附迁移文档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4008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×2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640080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drivers/ 与 path_a/drivers/ 完全重复（1,443 行 ×2）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版本演进 · 从单机工具到平台化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600200"/>
            <a:ext cx="749808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44168" y="1517904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B152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920240"/>
            <a:ext cx="1901952" cy="2103120"/>
          </a:xfrm>
          <a:prstGeom prst="roundRect">
            <a:avLst>
              <a:gd name="adj" fmla="val 3846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20665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v5.2 及以前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23774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 GUI 工具集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3232" y="272491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功能逐个堆叠，模块间大量复制粘贴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29000" y="1517904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B15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51760" y="1920240"/>
            <a:ext cx="1901952" cy="2103120"/>
          </a:xfrm>
          <a:prstGeom prst="roundRect">
            <a:avLst>
              <a:gd name="adj" fmla="val 3846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98064" y="20665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v5.3.0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98064" y="23774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架构大重构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798064" y="272491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core 三层基类、pyvisa-py 后端、配置 dataclass 化、网络配置工具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513832" y="1517904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B152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36592" y="1920240"/>
            <a:ext cx="1901952" cy="2103120"/>
          </a:xfrm>
          <a:prstGeom prst="roundRect">
            <a:avLst>
              <a:gd name="adj" fmla="val 3846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82896" y="20665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v5.3.1–3.6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82896" y="23774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测量细节打磨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882896" y="272491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调制深度 / RefLevel / 通道档位 / 种子波长复用 / 统一前端风格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98664" y="1517904"/>
            <a:ext cx="164592" cy="164592"/>
          </a:xfrm>
          <a:prstGeom prst="ellipse">
            <a:avLst/>
          </a:prstGeom>
          <a:solidFill>
            <a:srgbClr val="F5B041"/>
          </a:solidFill>
          <a:ln w="25400">
            <a:solidFill>
              <a:srgbClr val="0B152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21424" y="1920240"/>
            <a:ext cx="1901952" cy="2103120"/>
          </a:xfrm>
          <a:prstGeom prst="roundRect">
            <a:avLst>
              <a:gd name="adj" fmla="val 3846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967728" y="20665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进行中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67728" y="23774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化探索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967728" y="272491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WebSocket + 仪器 Agent 管理系统，rin_service 剥离业务逻辑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 次提交 · 最新 v5.3.6（2026-08-06）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工程亮点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234440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3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3441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架构清晰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69848" y="16916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 + 注册表式插件机制，新模块只改一处即可接入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09160" y="1234440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4173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76088" y="13441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进程隔离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276088" y="16916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每测试独立进程 + 双向队列通信，故障不扩散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2377440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5603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9848" y="24871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免环境依赖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69848" y="28346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pyvisa-py 后端免装 NI-VISA；netsh 辅助 IP 一键配网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09160" y="2377440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5603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76088" y="24871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中文工程化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276088" y="28346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统一主题 / DPI 自适应 / Markdown 操作手册 / PyInstaller 打包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02920" y="3520440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70332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9848" y="36301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四类接口全覆盖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069848" y="39776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SCPI、串口、DLL、GUI 自动化，异构仪器统一纳管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709160" y="3520440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14233F"/>
          </a:solidFill>
          <a:ln w="9525">
            <a:solidFill>
              <a:srgbClr val="1E3354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70332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76088" y="36301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闭环到报告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276088" y="39776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 → 落盘 → 汇集 → docxtpl 模板 → Word 报告全自动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48056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10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 · 下一步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412480" y="384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1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9525">
            <a:solidFill>
              <a:srgbClr val="1E335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25296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路径硬编码　</a:t>
            </a:r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数据目录固定 C:\PTS\zhongzi，建议相对化 / 环境变量，降低迁移成本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6112" y="177393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脆弱的 GUI 自动化　</a:t>
            </a:r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相噪模块按固定像素坐标点击 Java 窗口，对分辨率敏感，建议改控件级定位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95728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6112" y="23591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重复代码　</a:t>
            </a:r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drivers/ 与 path_a/drivers/ 完全重复，合并可减 1,443 行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80944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96112" y="29443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缺工程配置　</a:t>
            </a:r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requirements.txt / 自动化测试 / CI；abandoned、build/dist 应移出仓库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66160"/>
            <a:ext cx="219456" cy="2194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96112" y="352958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逻辑与界面耦合　</a:t>
            </a:r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测试逻辑内嵌 Tk GUI，子进程开销大且 web 端难复用；推广 rin_service 剥离模式</a:t>
            </a:r>
            <a:endParaRPr lang="en-US" sz="12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51376"/>
            <a:ext cx="219456" cy="21945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96112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消息协议　</a:t>
            </a:r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magic-string 状态协议升级为结构化消息，便于 WebSocket 双端复用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2011680"/>
            <a:ext cx="6583680" cy="10973"/>
          </a:xfrm>
          <a:prstGeom prst="rect">
            <a:avLst/>
          </a:prstGeom>
          <a:solidFill>
            <a:srgbClr val="2DD4B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2052828"/>
            <a:ext cx="6583680" cy="10973"/>
          </a:xfrm>
          <a:prstGeom prst="rect">
            <a:avLst/>
          </a:prstGeom>
          <a:solidFill>
            <a:srgbClr val="2DD4BF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093976"/>
            <a:ext cx="6583680" cy="10973"/>
          </a:xfrm>
          <a:prstGeom prst="rect">
            <a:avLst/>
          </a:prstGeom>
          <a:solidFill>
            <a:srgbClr val="2DD4B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2135124"/>
            <a:ext cx="6583680" cy="10973"/>
          </a:xfrm>
          <a:prstGeom prst="rect">
            <a:avLst/>
          </a:prstGeom>
          <a:solidFill>
            <a:srgbClr val="2DD4BF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176272"/>
            <a:ext cx="6583680" cy="10973"/>
          </a:xfrm>
          <a:prstGeom prst="rect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425696" y="1901952"/>
            <a:ext cx="292608" cy="292608"/>
          </a:xfrm>
          <a:prstGeom prst="ellipse">
            <a:avLst/>
          </a:prstGeom>
          <a:solidFill>
            <a:srgbClr val="F5B04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从单机工具，到平台化测试系统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PTS v5.3.6 · 深度分析报告 · 2026-08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PTS 激光自动测试平台 · 项目深度分析</dc:title>
  <dc:subject>PptxGenJS Presentation</dc:subject>
  <dc:creator>ZCode</dc:creator>
  <cp:lastModifiedBy>ZCode</cp:lastModifiedBy>
  <cp:revision>1</cp:revision>
  <dcterms:created xsi:type="dcterms:W3CDTF">2026-08-20T05:39:27Z</dcterms:created>
  <dcterms:modified xsi:type="dcterms:W3CDTF">2026-08-20T05:39:27Z</dcterms:modified>
</cp:coreProperties>
</file>